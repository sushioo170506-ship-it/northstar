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234440"/>
            <a:ext cx="4023360" cy="4023360"/>
          </a:xfrm>
          <a:prstGeom prst="ellipse">
            <a:avLst/>
          </a:prstGeom>
          <a:noFill/>
          <a:ln>
            <a:solidFill>
              <a:srgbClr val="E64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462E"/>
                </a:solidFill>
              </a:defRPr>
            </a:pPr>
            <a:r>
              <a:t>STRATEGY · TECHNOLOGY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8961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51515"/>
                </a:solidFill>
              </a:defRPr>
            </a:pPr>
            <a:r>
              <a:t>GPT‑Live应用探索研究报告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794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2666A"/>
                </a:solidFill>
              </a:defRPr>
            </a:pPr>
            <a:r>
              <a:t>全双工交互架构、能力边界、竞品格局与场景落地路线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97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76B87"/>
                </a:solidFill>
              </a:defRPr>
            </a:pPr>
            <a:r>
              <a:t>2026.07  ·  EVIDENCE-DRIVEN  ·  20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摘要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GPT‑Live的核心创新不是单纯“把语音识别做得更准”，而是把语音交互从轮流发言升级为持续、全双工协作：模型在输出语音时仍持续听取输入，并多次判断应该继续说、停顿、倾听、接受打断、简短回应或调用工具。第二个关键变化是把“交互控制”与“复杂工作”解耦：GPT‑Live负责维持低延迟对话，搜索、深度推理和Agent任务委托给GPT‑5.5等后台模型，因此可以边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这一架构使GPT‑Live同时改善了两类问题：一是语音层的停顿误判、抢话、打断和交流节奏；二是旧语音模型知识、搜索与推理上限低于前沿文本模型的问题。OpenAI厂商评测显示，GPT‑Live‑1在5–10分钟对话的人类偏好测试中被选择的比例为75.7%，GPT‑Live‑1 mini为69.2%；GPT‑Live‑1 High在GPQA和BrowseComp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GPT‑Live最有价值的市场不是所有电话或所有客服，而是需要“持续听、自然插话、后台查找或执行任务”的交互：复杂客服、事故报案、实时辅导、语言陪练、跨语言协作、无障碍助手和现场作业助手。低风险、流程稳定、可核验、容易转人工的场景应优先；医疗诊断、心理治疗、金融交易指令、未成年人情感陪伴等高风险场景不应直接自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6772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短期落地存在一个决定性约束：GPT‑Live目前只在ChatGPT消费产品中逐步推出，API“计划稍后提供”，且Business、Enterprise、Edu工作区首发不可用。ChatGPT Voice帮助中心 (https://help.openai.com/en/articles/20001274-chatgpt-voice) 因而企业不能把GPT‑Li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一、产品定位与名称边界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GPT‑Live‑1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用户：Go、Plus、Pro用户；后台智能：Instant使用GPT‑5.5 Instant；Medium/High使用GPT‑5.5 Thinking；当前渠道：ChatGPT网页、iOS、Android逐步推出；关键限制：API未开放；首发无视频/屏幕共享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GPT‑Live‑1 mini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用户：Free用户；后台智能：GPT‑5.5 Instant；当前渠道：ChatGPT网页、iOS、Android逐步推出；关键限制：能力与配额低于完整版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GPT‑Realtime系列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用户：开发者；后台智能：Realtime原生语音模型，当前文档推荐gpt-realtime-2.1；当前渠道：Realtime API，WebRTC/WebSocket/SIP；关键限制：与GPT‑Live不是同一产品；需自行构建交互与安全系统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二、架构与技术路线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用户音频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58768" y="148132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ASR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7276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49424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ASR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8768" y="2249424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文本LLM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40864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17520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文本LLM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3017520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TTS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08960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85616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TTS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8768" y="3785616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输出音频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877056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53712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用户完整一轮音频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58768" y="4553712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单一音频模型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645152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32180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单一音频模型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58768" y="532180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完整一轮音频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41324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148132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持续输入音频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82328" y="148132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57276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 双向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2249424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82328" y="2249424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持续输入音频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340864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3017520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82328" y="3017520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持续输出音频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108960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 双向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1928" y="3785616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持续输出音频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82328" y="3785616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877056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4553712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持续输出音频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82328" y="4553712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搜索 / GPT-5.5推理 / Agent任务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645152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81928" y="532180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搜索 / GPT-5.5推理 / Agent任务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82328" y="532180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异步返回结果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541324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3.1 能力矩阵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同听同说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当前表现判断：核心优势；证据：官方确认full-duplex，可边输出边监听；边界：重叠讲话、网络抖动、扬声器回声仍影响识别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自然轮换与停顿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当前表现判断：相对上一代明显改善；证据：5–10分钟人评偏好显著领先；边界：官方未公开绝对打断时延、误打断率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主动倾听/backchannel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当前表现判断：能输出简短应答或保持安静；证据：官方演示与说明；边界：过多“嗯、对”可能显得讨好或干扰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背景噪声处理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当前表现判断：官方称更聚焦主讲人；证据：官方发布；边界：独立小样本测试发现可能误把背景语音当成对话对象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搜索与复杂推理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当前表现判断：通过GPT‑5.5委托显著增强；证据：GPQA、BrowseComp厂商评测；边界：不是语音本体单独能力；依赖网络、搜索与委托时延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工具/Agent任务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当前表现判断：可在后台委托并保持交流；证据：官方架构说明；边界：消费端开放工具有限；GPT‑Live API未发布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3.2 公开评测结果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84.2%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GPQA，High · GPT‑Live‑1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75.7%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人类偏好，5–10分钟配对对话 · GPT‑Live‑1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75.2%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BrowseComp，High · GPT‑Live‑1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947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45.3%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GPQA，High · Advanced Voice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947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69.2%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人类偏好，5–10分钟配对对话 · GPT‑Live‑1 mini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7947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31.6%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BrowseComp，High · GPT‑Live‑1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3.3 不同场景的已有证据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日常对话与语言练习： 人类偏好和流畅度数据直接支持自然对话改善；但没有分语言、口音、儿童或老年用户结果。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科学问答： GPQA显示委托后台推理后能回答复杂科学问题，但语音呈现自然不代表结论可靠，仍需引用和事实核验。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复杂搜索： BrowseComp证明“语音入口+后台Agent”可完成难检索任务；这是系统Agent能力，而非纯实时语音能力。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电信客服： τ³‑Voice Telecom显示High模式任务成功率高于旧语音，但High耗时约385秒，Instant成功率约37%，揭示质量—时延权衡。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噪声与打断： OpenAI宣称更能聚焦说话人；Agora发布的30次小样本测试中，GPT‑Live没有因背景语音中断当前输出，但在无人对它说话时有4/30窗口主动回应背景语音，提示“说话人归属”仍是风险。Agora测试转录 (https://medium.com/agora-io/openai-didnt-publish-gpt-live-s-latency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4.1 国外竞品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Google Gemini Live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技术路线：原生音频/视觉，状态化WebSocket，音频、图像、文本输入；128K原生音频上下文；主要优势：70种语言、视频/图像、情感对话、主动音频、搜索和函数调用；相对GPT‑Live差异/限制：无压缩时音频15分钟、音视频2分钟；连接约10分钟需恢复；部分版本异步工具受限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OpenAI GPT‑Realtime‑2.1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技术路线：原生S2S，WebRTC/WebSocket/SIP，推理与函数调用；主要优势：API已开放、生态成熟、电话和MCP集成直接；相对GPT‑Live差异/限制：不等于GPT‑Live持续交互产品；开发者需自建界面、安全和业务编排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xAI Grok Voice Agent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技术路线：WebSocket原生实时语音，reasoning effort，工具与MCP；主要优势：$0.05/分钟、120分钟会话、X搜索、OpenAI相似事件协议；相对GPT‑Live差异/限制：区域为us-east-1；公开独立语音质量与安全评测较少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Hume EVI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技术路线：情感表达与语音韵律导向的原生S2S；主要优势：情绪感知、角色与表达能力突出；相对GPT‑Live差异/限制：通用推理、搜索和企业工具生态不如前沿综合模型体系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ElevenLabs Conversational AI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技术路线：多数为STT→LLM→TTS模块化Agent；主要优势：音色、声音克隆、多语言TTS和可替换LLM；相对GPT‑Live差异/限制：级联时延与误差累积；“声音好听”不等同原生音频推理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4.2 国内竞品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Qwen3.5‑Omni Realtime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架构/路线：Thinker‑Talker；Hybrid Attention MoE；文本、图像、音频、视频统一理解与流式语音输出；能力特点：可开放权重/技术报告参照，WebRTC/WebSocket，中文与方言、视频、函数调用；最长会话120分钟；主要边界：部分实时型号仅8轮上下文；联网搜索与工具调用不可同时开启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字节Seeduplex / 豆包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架构/路线：原生全双工语音语义联合建模；持续感知并动态决定听、说或接受打断；能力特点：已在豆包App全量上线；厂商A/B披露满意度绝对值提升8.34%，复杂场景抢话相对减少40%，判停延迟约降低250ms；主要边界：指标均为字节相对自家半双工模型的厂商评测，与GPT‑Live没有同口径直接对照；开发者API和企业SLA需另行核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MiniMax Realtime / Speech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架构/路线：实时API+高表现力语音模型，部分方案为模块组合；能力特点：声音克隆、角色化、40+语言；厂商称Speech 2.8端到端时延低于250ms；主要边界：对复杂推理与业务工具的端到端公开评测不足；声音克隆带来冒用风险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6772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腾讯TRTC实时对话方案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架构/路线：RTC+可替换ASR/LLM/TTS级联；能力特点：弱网、降噪、腾讯云集成、可替换混元/第三方模型；官方称全链路约1秒；主要边界：不是GPT‑Live式单一全双工模型；多模块维护和误差累积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4.3 架构竞争的本质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原生S2S的低延迟与韵律保留；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级联系统的可观测、可替换和合规控制；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前沿推理/Agent能力；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6772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成本、地域、语言和企业部署。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五、风险与局限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幻觉被自然声音放大。 流畅、自信和情绪化的语音容易让用户高估答案真实性。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说话人归属与误触发。 背景对话、电视、多人会话可能被当作对模型的指令。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A82D23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打断竞争。 太敏感会频繁停下，太迟钝会压制用户；网络往返和播放缓冲也是打断时延的一部分。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A8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委托链不透明。 用户难以判断当前答案来自GPT‑Live、GPT‑5.5、搜索还是工具，审计需额外记录。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上下文漂移。 长会话中摘要、记忆与任务状态可能不一致，尤其是中断和并发工具返回时。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A82D23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语言不均衡。 OpenAI承认部分语言有非母语口音或流利度缺口；中文方言和专业术语必须专项评测。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A8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6.1 需求信号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OpenAI称每周已有超过1.5亿用户使用Voice和Dictation，证明语音入口已具备大众使用基础。OpenAI (https://openai.com/index/introducing-gpt-live/)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Gartner对187名客服负责人的调查显示，85%计划在2025年探索或试点面向客户的对话式生成AI；其中44%在探索语音机器人、11%在试点、5%已部署。但61%存在知识库文章积压，说明主要瓶颈常在知识与流程，而不只在模型。Gartner (https://www.gartner.com/en/newsroom/press-releases/2024-1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Gartner又指出，95%的客服领导者计划保留人工坐席，预计到2027年一半原计划大幅裁员的组织会放弃该计划，合理形态是“数字优先但非只有数字”。Gartner (https://www.gartner.com/en/newsroom/press-releases/2025-06-10-gartner-predicts-50-percent-of-orga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6772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Travelers的Realtime API事故报案助手在全美推广后，使用该助手的客户中85%–90%通过AI完成报案，说明边界清晰、数据结构明确、可转人工的高价值流程能够规模化。OpenAI/Travelers案例 (https://openai.com/index/travelers/)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6.2 场景优先级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复杂客服与售后排障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用户需求：不抢话、边查边解释、修改订单/账户；GPT‑Live适配度：高；风险：中；建议：P0；限定流程、工具白名单、全程可转人工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事故报案/理赔资料收集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用户需求：情绪安抚、连续追问、结构化录入；GPT‑Live适配度：高；风险：高；建议：P0/P1；只收集与提交，不自动裁决赔付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语言陪练与口语教学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用户需求：高频纠音、角色对话、即时反馈；GPT‑Live适配度：高；风险：中；建议：P0；突出节奏与中断，教师可查看摘要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实时翻译与跨境协作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用户需求：边听边译、保持语气；GPT‑Live适配度：高；风险：中高；建议：P1；限定语言对，保留原文字幕，重要场合人工同传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销售/顾问助手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用户需求：边交流边查产品、报价和CRM；GPT‑Live适配度：高；风险：高；建议：P1；价格与承诺必须来自工具，不允许模型自由生成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会议与访谈助手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用户需求：持续听取、追问、总结与待办；GPT‑Live适配度：中高；风险：中；建议：P1；需多人说话人识别、权限与录音同意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6.3 最值得验证的三个产品原型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任务完成率；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首音P50/P95与工具调用尾延迟；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误打断/漏打断率；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关键信息捕获准确率；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转人工率与转人工后重复陈述率；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每次解决成本、CSAT和合规违规数。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七、落地路线与决策建议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从1–2个边界清晰、低损失、可人工兜底的流程选取真实通话样本。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建立与厂商无关的Realtime Adapter，统一音频事件、VAD、打断、工具、转写和审计协议。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用已开放的OpenAI Realtime、Gemini Live、Qwen‑Omni Realtime和豆包做同口径对比。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禁止只用厂商demo评分；至少覆盖中文普通话、目标方言、8kHz电话、弱网、多人和噪声。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先做“辅助/收集/查询”，后做不可逆动作；所有写操作二次确认。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中文与目标方言任务成功率不低于现网；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附录A：建议的生产评测集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音频环境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最低覆盖：安静、街道、车内、办公室多人、电话8kHz、弱网与丢包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说话方式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最低覆盖：停顿、口吃、重复、半句改口、快速插话、低声、情绪化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语言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最低覆盖：普通话、业务方言、英语及主要跨语言组合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任务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最低覆盖：查询、收集、修改、取消、投诉、歧义澄清、人工升级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攻击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最低覆盖：提示注入、越权工具、身份冒充、背景音指令、敏感数据套取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指标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最低覆盖：任务成功、字段准确、首音/打断P50/P95、工具正确率、事实错误、转人工、成本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附录B：工作流证据映射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OpenAI：Introducing GPT‑Live (https://openai.com/index/introducing-gpt-live/)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Moshi论文 (https://arxiv.org/abs/2410.00037)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全双工语音对话系统综述 (https://arxiv.org/abs/2606.19453)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OpenAI：ChatGPT Voice (https://help.openai.com/en/articles/20001274-chatgpt-voice)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Google：Gemini 3.1 Flash Live (https://blog.google/innovation-and-ai/technology/developers-tools/build-with-gemini-3-1-flash-live/)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字节跳动Seed：Seeduplex (https://seed.bytedance.com/zh/blog/introducing-seed-full-duplex-speech-llm-attentive-listening-robust-interference-suppression-enabling-more-natural-interaction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附录C：主要参考资料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OpenAI：Introducing GPT‑Live (https://openai.com/index/introducing-gpt-live/)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OpenAI：GPT‑Live System Card (https://deploymentsafety.openai.com/gpt-live)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OpenAI：ChatGPT Voice帮助中心 (https://help.openai.com/en/articles/20001274-chatgpt-voice)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OpenAI：Realtime and audio开发指南 (https://developers.openai.com/api/docs/guides/realtime)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OpenAI：Introducing gpt‑realtime (https://openai.com/index/introducing-gpt-realtime/)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Google：Gemini Live API概览 (https://ai.google.dev/gemini-api/docs/live-api)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统一参考资料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OpenAI：Introducing GPT‑Live (https://openai.com/index/introducing-gpt-live/) ↩1 (#cite-S-OAI-LIVE-1)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OpenAI：ChatGPT Voice (https://help.openai.com/en/articles/20001274-chatgpt-voice) ↩1 (#cite-S-OAI-HELP-1)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OpenAI：GPT‑Live System Card (https://deploymentsafety.openai.com/gpt-live/introduction) ↩1 (#cite-S-OAI-SAFETY-1)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Google：Gemini 3.1 Flash Live (https://blog.google/innovation-and-ai/technology/developers-tools/build-with-gemini-3-1-flash-live/) ↩1 (#cite-S-GOOGLE-LIVE-1)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字节跳动Seed：Seeduplex (https://seed.bytedance.com/zh/blog/introducing-seed-full-duplex-speech-llm-attentive-listening-robust-interference-suppression-enabling-more-natural-interaction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Moshi论文 (https://arxiv.org/abs/2410.00037) ↩1 (#cite-S-MOSHI-1)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全量关联链接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OpenAI官方发布 (https://openai.com/index/introducing-gpt-live/)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The Decoder转录 (https://the-decoder.com/chatgpt-can-now-listen-and-talk-at-the-same-time-making-ai-conversations-seem-more-human/)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ChatGPT Voice帮助中心 (https://help.openai.com/en/articles/20001274-chatgpt-voice)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OpenAI Realtime开发文档 (https://developers.openai.com/api/docs/guides/realtime)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RuntimeWire (https://runtimewire.com/article/openai-gpt-live-chatgpt-voice)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Agora测试转录 (https://medium.com/agora-io/openai-didnt-publish-gpt-live-s-latency-so-we-measured-it-cf73016db989)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