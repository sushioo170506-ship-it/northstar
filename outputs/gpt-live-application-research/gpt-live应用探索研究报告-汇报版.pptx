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8FC7FF"/>
                </a:solidFill>
              </a:defRPr>
            </a:pPr>
            <a:r>
              <a:t>GPT‑Live应用探索研究报告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专业研究汇报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2026-07-13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GPT‑Live的核心创新不是单纯“把语音识别做得更准”，而是把语音交互从轮流发言升级为持续、全双工协作：模型在输出语音时仍持续听取输入，并多次判断应该继续说、停顿、倾听、接受打断、简短回应或调用工具。第二个关键变化是把“交互控制”与“复杂工作”解耦：GPT‑Live负责维持低延迟对话，搜索、深度推理和Agent任务委托给GPT‑5.5等后台模型，因此可以边维持交流，边等待复杂任务完成。OpenAI官方发布 (https://openai.com/index/introducing-gpt-live/)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这一架构使GPT‑Live同时改善了两类问题：一是语音层的停顿误判、抢话、打断和交流节奏；二是旧语音模型知识、搜索与推理上限低于前沿文本模型的问题。OpenAI厂商评测显示，GPT‑Live‑1在5–10分钟对话的人类偏好测试中被选择的比例为75.7%，GPT‑Live‑1 mini为69.2%；GPT‑Live‑1 High在GPQA和BrowseComp上分别达到84.2%和75.2%。但后两项提升主要来自GPT‑5.5委托，不能全部归因于语音模型本体；τ³‑Voice Telecom是内部变体，尚缺独立复现。OpenAI官方只给出方向性说明 (https://openai.com/index/introducing-gpt-live/)，具体图表数值由发布页面图表的媒体转录交叉核对，The Decoder转录 (https://the-decoder.com/chatgpt-can-now-listen-and-talk-at-the-same-time-making-ai-conversations-seem-more-human/)。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GPT‑Live最有价值的市场不是所有电话或所有客服，而是需要“持续听、自然插话、后台查找或执行任务”的交互：复杂客服、事故报案、实时辅导、语言陪练、跨语言协作、无障碍助手和现场作业助手。低风险、流程稳定、可核验、容易转人工的场景应优先；医疗诊断、心理治疗、金融交易指令、未成年人情感陪伴等高风险场景不应直接自治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短期落地存在一个决定性约束：GPT‑Live目前只在ChatGPT消费产品中逐步推出，API“计划稍后提供”，且Business、Enterprise、Edu工作区首发不可用。ChatGPT Voice帮助中心 (https://help.openai.com/en/articles/20001274-chatgpt-voice) 因而企业不能把GPT‑Live当前消费端体验直接当作可采购的生产API。可行路径是先用已GA的OpenAI Realtime API、Gemini Live、Qwen‑Omni Realtime或豆包实时语音完成场景验证，并为未来GPT‑Live API保留可替换的模型适配层。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一、产品定位与名称边界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1.1 产品定位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GPT‑Live是ChatGPT Voice的新一代“持续交互层”，产品目标是让人与AI的交流更接近电话或面对面协作，而不是“用户说完一句—系统处理—系统说完一句”的语音聊天。OpenAI披露，每周有超过1.5亿人使用ChatGPT Voice和Dictation，使用场景包括免手操作、语言练习、睡前故事和通勤聊天，这构成GPT‑Live首发的消费端流量基础。OpenAI官方发布 (https://openai.com/index/introducing-gpt-live/)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首发产品分层如下：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来源：GPT‑Live发布说明 (https://openai.com/index/introducing-gpt-live/)、ChatGPT Voice帮助中心 (https://help.openai.com/en/articles/20001274-chatgpt-voice)、OpenAI Realtime开发文档 (https://developers.openai.com/api/docs/guides/realtime)。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1.2 GPT‑Live不是什么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不是传统ASR→LLM→TTS管线。 传统级联方式易在转写和合成间丢失语气、停顿等信息，并叠加多段时延。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不是只减少延迟的Advanced Voice Mode升级。 Advanced Voice Mode已经使用单一音频模型，但仍以离散轮次运行；GPT‑Live进一步改为持续全双工处理。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3. 不是GPT‑5.5的语音版。 GPT‑Live负责交互控制，复杂任务可委托GPT‑5.5；其能力是系统组合结果。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二、架构与技术路线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2.1 三代语音AI路线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flowchart TD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N1["级联式"]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N2["用户音频"]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N3["ASR"]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N4["文本LLM"]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N5["TTS"]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N6["输出音频"]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三、能力、边界与表现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3.1 能力矩阵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3.2 公开评测结果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说明：OpenAI正文对评测给出方向性结论，图表数字由官方页面图表的媒体转录交叉核对。官方发布 (https://openai.com/index/introducing-gpt-live/)、The Decoder (https://the-decoder.com/chatgpt-can-now-listen-and-talk-at-the-same-time-making-ai-conversations-seem-more-human/)、RuntimeWire (https://runtimewire.com/article/openai-gpt-live-chatgpt-voice)。所有结果均为OpenAI组织或发布的评测，尚不能替代中文、电话窄带、方言、弱网和真实业务数据上的独立A/B测试。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3.3 不同场景的已有证据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日常对话与语言练习： 人类偏好和流畅度数据直接支持自然对话改善；但没有分语言、口音、儿童或老年用户结果。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科学问答： GPQA显示委托后台推理后能回答复杂科学问题，但语音呈现自然不代表结论可靠，仍需引用和事实核验。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3. 复杂搜索： BrowseComp证明“语音入口+后台Agent”可完成难检索任务；这是系统Agent能力，而非纯实时语音能力。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4. 电信客服： τ³‑Voice Telecom显示High模式任务成功率高于旧语音，但High耗时约385秒，Instant成功率约37%，揭示质量—时延权衡。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四、竞品比较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4.1 国外竞品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Gemini数据来源：Live API概览 (https://ai.google.dev/gemini-api/docs/live-api)、会话管理 (https://ai.google.dev/gemini-api/docs/live-api/session-management)、工具能力 (https://ai.google.dev/gemini-api/docs/live-api/tools)。xAI数据来源：Voice Agent API (https://docs.x.ai/developers/models/voice-agent-api)。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4.2 国内竞品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来源：Qwen3.5‑Omni技术报告 (https://arxiv.org/abs/2604.15804)、Qwen实时API限制 (https://help.aliyun.com/zh/model-studio/realtime)、豆包实时语音产品说明 (https://www.volcengine.com/docs/6561/1631605?lang=zh)、火山实时对话方案 (https://www.volcengine.com/docs/82379/1393085?lang=zh)、MiniMax Realtime (https://www.minimax.io/news/realtime-api)、腾讯TRTC方案 (https://cloud.tencent.com/document/product/647/115412)。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4.3 架构竞争的本质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市场并非简单比较“谁最像真人”，而是在四种目标间取舍：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原生S2S的低延迟与韵律保留；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级联系统的可观测、可替换和合规控制；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五、风险与局限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5.1 模型与系统风险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幻觉被自然声音放大。 流畅、自信和情绪化的语音容易让用户高估答案真实性。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说话人归属与误触发。 背景对话、电视、多人会话可能被当作对模型的指令。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打断竞争。 太敏感会频繁停下，太迟钝会压制用户；网络往返和播放缓冲也是打断时延的一部分。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委托链不透明。 用户难以判断当前答案来自GPT‑Live、GPT‑5.5、搜索还是工具，审计需额外记录。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上下文漂移。 长会话中摘要、记忆与任务状态可能不一致，尤其是中断和并发工具返回时。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语言不均衡。 OpenAI承认部分语言有非母语口音或流利度缺口；中文方言和专业术语必须专项评测。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缺乏API与企业SLA。 当前不能据消费端发布承诺生产接入、并发、价格、数据驻留和版本稳定性。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六、市场需求与应用场景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6.1 需求信号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OpenAI称每周已有超过1.5亿用户使用Voice和Dictation，证明语音入口已具备大众使用基础。OpenAI (https://openai.com/index/introducing-gpt-live/)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Gartner对187名客服负责人的调查显示，85%计划在2025年探索或试点面向客户的对话式生成AI；其中44%在探索语音机器人、11%在试点、5%已部署。但61%存在知识库文章积压，说明主要瓶颈常在知识与流程，而不只在模型。Gartner (https://www.gartner.com/en/newsroom/press-releases/2024-12-09-gartner-survey-reveals-85-percent-of-customer-service-leaders-will-explore-or-pilot-customer-facing-conversational-genai-in-2025)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Gartner又指出，95%的客服领导者计划保留人工坐席，预计到2027年一半原计划大幅裁员的组织会放弃该计划，合理形态是“数字优先但非只有数字”。Gartner (https://www.gartner.com/en/newsroom/press-releases/2025-06-10-gartner-predicts-50-percent-of-organizations-will-abandon-plans-to-reduce-customer-service-workforce-due-to-ai)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- Travelers的Realtime API事故报案助手在全美推广后，使用该助手的客户中85%–90%通过AI完成报案，说明边界清晰、数据结构明确、可转人工的高价值流程能够规模化。OpenAI/Travelers案例 (https://openai.com/index/travelers/)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6.2 场景优先级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6.3 最值得验证的三个产品原型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#### 原型A：可打断的客服解决助手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七、落地路线与决策建议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7.1 近期：验证需求，不押注未发布API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从1–2个边界清晰、低损失、可人工兜底的流程选取真实通话样本。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建立与厂商无关的Realtime Adapter，统一音频事件、VAD、打断、工具、转写和审计协议。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3. 用已开放的OpenAI Realtime、Gemini Live、Qwen‑Omni Realtime和豆包做同口径对比。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4. 禁止只用厂商demo评分；至少覆盖中文普通话、目标方言、8kHz电话、弱网、多人和噪声。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5. 先做“辅助/收集/查询”，后做不可逆动作；所有写操作二次确认。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### 7.2 GPT‑Live API开放后：迁移而非重建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如果GPT‑Live API提供全双工事件、后台委托、企业数据控制和稳定快照，可作为新的模型适配器接入。迁移门槛应包括：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附录A：建议的生产评测集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附录B：主要参考资料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OpenAI：Introducing GPT‑Live (https://openai.com/index/introducing-gpt-live/)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OpenAI：GPT‑Live System Card (https://deploymentsafety.openai.com/gpt-live)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3. OpenAI：ChatGPT Voice帮助中心 (https://help.openai.com/en/articles/20001274-chatgpt-voice)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4. OpenAI：Realtime and audio开发指南 (https://developers.openai.com/api/docs/guides/realtime)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5. OpenAI：Introducing gpt‑realtime (https://openai.com/index/introducing-gpt-realtime/)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6. Google：Gemini Live API概览 (https://ai.google.dev/gemini-api/docs/live-api)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7. Google：Gemini Live会话管理 (https://ai.google.dev/gemini-api/docs/live-api/session-management)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8. Google：Gemini Live工具能力 (https://ai.google.dev/gemini-api/docs/live-api/tools)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8FC7FF"/>
                </a:solidFill>
              </a:defRPr>
            </a:pPr>
            <a:r>
              <a:t>全量关联链接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1. OpenAI官方发布 (https://openai.com/index/introducing-gpt-live/)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2. The Decoder转录 (https://the-decoder.com/chatgpt-can-now-listen-and-talk-at-the-same-time-making-ai-conversations-seem-more-human/)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3. ChatGPT Voice帮助中心 (https://help.openai.com/en/articles/20001274-chatgpt-voice)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4. OpenAI Realtime开发文档 (https://developers.openai.com/api/docs/guides/realtime)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5. RuntimeWire (https://runtimewire.com/article/openai-gpt-live-chatgpt-voice)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6. Agora测试转录 (https://medium.com/agora-io/openai-didnt-publish-gpt-live-s-latency-so-we-measured-it-cf73016db989)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7. Live API概览 (https://ai.google.dev/gemini-api/docs/live-api)</a:t>
            </a:r>
          </a:p>
          <a:p>
            <a:pPr>
              <a:spcAft>
                <a:spcPts val="800"/>
              </a:spcAft>
              <a:defRPr sz="1700">
                <a:solidFill>
                  <a:srgbClr val="EAF2FF"/>
                </a:solidFill>
              </a:defRPr>
            </a:pPr>
            <a:r>
              <a:t>8. 会话管理 (https://ai.google.dev/gemini-api/docs/live-api/session-management)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093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